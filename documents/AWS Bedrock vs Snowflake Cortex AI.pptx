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62" r:id="rId5"/>
    <p:sldId id="258" r:id="rId6"/>
    <p:sldId id="259" r:id="rId7"/>
    <p:sldId id="260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presentation explains differences between AWS Bedrock and Snowflake Cortex AI, focusing on features and services relevant to business and technical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Bedrock as flexible, developer-friendly, and suitable for complex AI-driven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use cases where AI is part of the product or customer-facing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the core differentiation: application AI vs data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 Bedrock when AI capabilities need to scale beyond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AWS Bedrock vs Snowflake Cortex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8329930" cy="4351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>
                <a:solidFill>
                  <a:schemeClr val="accent5">
                    <a:lumMod val="75000"/>
                  </a:schemeClr>
                </a:solidFill>
              </a:rPr>
              <a:t>Purpose: </a:t>
            </a:r>
            <a:endParaRPr>
              <a:solidFill>
                <a:schemeClr val="accent5">
                  <a:lumMod val="75000"/>
                </a:schemeClr>
              </a:solidFill>
            </a:endParaRPr>
          </a:p>
          <a:p>
            <a:r>
              <a:t>Choose the right AI platform</a:t>
            </a:r>
          </a:p>
          <a:p>
            <a:pPr marL="0" indent="0">
              <a:buNone/>
            </a:pPr>
            <a:r>
              <a:rPr lang="en-IN">
                <a:solidFill>
                  <a:schemeClr val="accent5">
                    <a:lumMod val="75000"/>
                  </a:schemeClr>
                </a:solidFill>
              </a:rPr>
              <a:t>Platform Overview:</a:t>
            </a:r>
            <a:endParaRPr lang="en-IN">
              <a:solidFill>
                <a:schemeClr val="accent5">
                  <a:lumMod val="75000"/>
                </a:schemeClr>
              </a:solidFill>
            </a:endParaRPr>
          </a:p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AWS Bedrock: AI Application Platform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r>
              <a:rPr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Snowflake Cortex AI: Data-Centric AI Platform</a:t>
            </a: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marL="0" indent="0">
              <a:buNone/>
            </a:pPr>
            <a:endParaRPr lang="en-I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" name="Content Placeholder 9"/>
          <p:cNvGraphicFramePr/>
          <p:nvPr>
            <p:ph idx="1"/>
            <p:custDataLst>
              <p:tags r:id="rId1"/>
            </p:custDataLst>
          </p:nvPr>
        </p:nvGraphicFramePr>
        <p:xfrm>
          <a:off x="584200" y="673100"/>
          <a:ext cx="9690100" cy="2870200"/>
        </p:xfrm>
        <a:graphic>
          <a:graphicData uri="http://schemas.openxmlformats.org/drawingml/2006/table">
            <a:tbl>
              <a:tblPr/>
              <a:tblGrid>
                <a:gridCol w="2498725"/>
                <a:gridCol w="3759200"/>
                <a:gridCol w="3432175"/>
              </a:tblGrid>
              <a:tr h="39306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b="1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Dimension</a:t>
                      </a:r>
                      <a:endParaRPr lang="en-IN" sz="1400" b="1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b="1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AWS Bedrock</a:t>
                      </a:r>
                      <a:endParaRPr lang="en-IN" sz="1400" b="1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b="1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Snowflake Cortex</a:t>
                      </a:r>
                      <a:endParaRPr lang="en-IN" sz="1400" b="1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Platform type</a:t>
                      </a:r>
                      <a:endParaRPr lang="en-IN"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AI application platform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Data-centric AI platform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433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Primary purpose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Build AI-powered software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Enhance data &amp; analytics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Main interface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APIs, SDKs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SQL, Snowpark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Workflow logic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Yes (agents, tools)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No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Acts on systems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Yes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No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4330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Optimized for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Applications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Analytics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AI role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Decision maker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spc="120">
                          <a:latin typeface="Microsoft YaHei" panose="020B0503020204020204" charset="-122"/>
                          <a:ea typeface="Microsoft YaHei" panose="020B0503020204020204" charset="-122"/>
                          <a:cs typeface="Calibri" panose="020F0502020204030204" charset="0"/>
                        </a:rPr>
                        <a:t>Insight generator</a:t>
                      </a:r>
                      <a:endParaRPr sz="1200" spc="120">
                        <a:latin typeface="Microsoft YaHei" panose="020B0503020204020204" charset="-122"/>
                        <a:ea typeface="Microsoft YaHei" panose="020B0503020204020204" charset="-122"/>
                        <a:cs typeface="Calibri" panose="020F0502020204030204" charset="0"/>
                      </a:endParaRPr>
                    </a:p>
                  </a:txBody>
                  <a:tcPr marL="177800" marR="177800" marT="57150" marB="5715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Text Box 12"/>
          <p:cNvSpPr txBox="1"/>
          <p:nvPr/>
        </p:nvSpPr>
        <p:spPr>
          <a:xfrm>
            <a:off x="895985" y="3820795"/>
            <a:ext cx="4064000" cy="2861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AWS Bedrock = AI Employee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Can think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Can decide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Can take actions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Can talk to systems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14" name="Text Box 13"/>
          <p:cNvSpPr txBox="1"/>
          <p:nvPr/>
        </p:nvSpPr>
        <p:spPr>
          <a:xfrm>
            <a:off x="5960745" y="3820160"/>
            <a:ext cx="4490085" cy="2861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>
                <a:sym typeface="+mn-ea"/>
              </a:rPr>
              <a:t>Snowflake Cortex = AI Analyst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Reads data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Explains patterns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Summarizes findings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Answers questions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040" y="461010"/>
            <a:ext cx="9449435" cy="56654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>
                <a:solidFill>
                  <a:schemeClr val="accent5">
                    <a:lumMod val="75000"/>
                  </a:schemeClr>
                </a:solidFill>
                <a:sym typeface="+mn-ea"/>
              </a:rPr>
              <a:t>AWS Bedrock – Key Features</a:t>
            </a:r>
            <a:endParaRPr>
              <a:solidFill>
                <a:schemeClr val="accent5">
                  <a:lumMod val="7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t>• Multiple foundation models</a:t>
            </a:r>
          </a:p>
          <a:p>
            <a:pPr marL="0" indent="0">
              <a:buNone/>
            </a:pPr>
            <a:r>
              <a:t>• API-based AI access</a:t>
            </a:r>
          </a:p>
          <a:p>
            <a:pPr marL="0" indent="0">
              <a:buNone/>
            </a:pPr>
            <a:r>
              <a:t>• Agents &amp; workflows</a:t>
            </a:r>
          </a:p>
          <a:p>
            <a:pPr marL="0" indent="0">
              <a:buNone/>
            </a:pPr>
            <a:r>
              <a:t>• Model customization</a:t>
            </a:r>
          </a:p>
          <a:p>
            <a:pPr marL="0" indent="0">
              <a:buNone/>
            </a:pPr>
          </a:p>
          <a:p>
            <a:pPr marL="0" indent="0">
              <a:buNone/>
            </a:pPr>
            <a:r>
              <a:rPr lang="en-IN">
                <a:solidFill>
                  <a:schemeClr val="accent5">
                    <a:lumMod val="75000"/>
                  </a:schemeClr>
                </a:solidFill>
              </a:rPr>
              <a:t>Snowflake Cortex AI - Key Features</a:t>
            </a:r>
            <a:endParaRPr lang="en-IN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>
                <a:sym typeface="+mn-ea"/>
              </a:rPr>
              <a:t>• SQL-based AI functions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• In-database execution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• Vector search &amp; RAG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• Strong governance</a:t>
            </a:r>
            <a:endParaRPr>
              <a:sym typeface="+mn-ea"/>
            </a:endParaRPr>
          </a:p>
          <a:p/>
        </p:txBody>
      </p:sp>
      <p:sp>
        <p:nvSpPr>
          <p:cNvPr id="4" name="Text Box 3"/>
          <p:cNvSpPr txBox="1"/>
          <p:nvPr/>
        </p:nvSpPr>
        <p:spPr>
          <a:xfrm>
            <a:off x="2816860" y="11544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665" y="241935"/>
            <a:ext cx="9081135" cy="588454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IN">
                <a:solidFill>
                  <a:schemeClr val="accent5">
                    <a:lumMod val="75000"/>
                  </a:schemeClr>
                </a:solidFill>
              </a:rPr>
              <a:t>AWS Bedrock AI - Services and  Use Cases.</a:t>
            </a:r>
            <a:endParaRPr lang="en-IN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t>• Chatbots &amp; assistants</a:t>
            </a:r>
          </a:p>
          <a:p>
            <a:pPr marL="0" indent="0">
              <a:buNone/>
            </a:pPr>
            <a:r>
              <a:t>• Workflow automation</a:t>
            </a:r>
          </a:p>
          <a:p>
            <a:pPr marL="0" indent="0">
              <a:buNone/>
            </a:pPr>
            <a:r>
              <a:t>• Content generation</a:t>
            </a:r>
          </a:p>
          <a:p>
            <a:pPr marL="0" indent="0">
              <a:buNone/>
            </a:pPr>
            <a:r>
              <a:t>• External AI apps</a:t>
            </a:r>
          </a:p>
          <a:p>
            <a:pPr marL="0" indent="0">
              <a:buNone/>
            </a:pPr>
          </a:p>
          <a:p>
            <a:pPr marL="0" indent="0">
              <a:buNone/>
            </a:pPr>
            <a:r>
              <a:rPr>
                <a:solidFill>
                  <a:schemeClr val="accent5">
                    <a:lumMod val="75000"/>
                  </a:schemeClr>
                </a:solidFill>
                <a:sym typeface="+mn-ea"/>
              </a:rPr>
              <a:t>Snowflake Cortex AI – Services &amp; Use Cases</a:t>
            </a:r>
            <a:endParaRPr>
              <a:solidFill>
                <a:schemeClr val="accent5">
                  <a:lumMod val="7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• Chat with enterprise data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• AI dashboards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• Document summarization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• Analytics-driven insights</a:t>
            </a:r>
            <a:endParaRPr>
              <a:sym typeface="+mn-ea"/>
            </a:endParaRPr>
          </a:p>
          <a:p>
            <a:pPr marL="0" indent="0">
              <a:buNone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Bedrock: Model flexibility, APIs, agents</a:t>
            </a:r>
          </a:p>
          <a:p>
            <a:r>
              <a:t>Cortex: SQL-first, data-native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2320" y="657860"/>
            <a:ext cx="9428480" cy="54686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>
                <a:solidFill>
                  <a:schemeClr val="accent5">
                    <a:lumMod val="75000"/>
                  </a:schemeClr>
                </a:solidFill>
                <a:sym typeface="+mn-ea"/>
              </a:rPr>
              <a:t>When to Choose AWS Bedrock</a:t>
            </a:r>
            <a:endParaRPr>
              <a:solidFill>
                <a:schemeClr val="accent5">
                  <a:lumMod val="7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t>• Custom AI apps</a:t>
            </a:r>
          </a:p>
          <a:p>
            <a:pPr marL="0" indent="0">
              <a:buNone/>
            </a:pPr>
            <a:r>
              <a:t>• Multiple model choice</a:t>
            </a:r>
          </a:p>
          <a:p>
            <a:pPr marL="0" indent="0">
              <a:buNone/>
            </a:pPr>
            <a:r>
              <a:t>• Automation &amp; agents</a:t>
            </a:r>
          </a:p>
          <a:p>
            <a:pPr marL="0" indent="0">
              <a:buNone/>
            </a:pPr>
            <a:r>
              <a:t>• AWS-native workloads</a:t>
            </a:r>
          </a:p>
          <a:p>
            <a:pPr marL="0" indent="0">
              <a:buNone/>
            </a:pPr>
            <a:r>
              <a:rPr>
                <a:solidFill>
                  <a:schemeClr val="accent5">
                    <a:lumMod val="75000"/>
                  </a:schemeClr>
                </a:solidFill>
                <a:sym typeface="+mn-ea"/>
              </a:rPr>
              <a:t>When to Choose Snowflake Cortex AI</a:t>
            </a:r>
            <a:endParaRPr>
              <a:solidFill>
                <a:schemeClr val="accent5">
                  <a:lumMod val="75000"/>
                </a:schemeClr>
              </a:solidFill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• Data already in Snowflake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• Analytics &amp; reporting focus</a:t>
            </a: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• Strong compliance needs</a:t>
            </a:r>
            <a:endParaRPr>
              <a:sym typeface="+mn-ea"/>
            </a:endParaRP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2125"/>
            <a:ext cx="10515600" cy="617855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sz="2000">
                <a:solidFill>
                  <a:schemeClr val="accent5">
                    <a:lumMod val="75000"/>
                  </a:schemeClr>
                </a:solidFill>
              </a:rPr>
              <a:t>AWS Bedrock – Action Layer</a:t>
            </a:r>
            <a:endParaRPr lang="en-US" altLang="en-US" sz="200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sz="2000"/>
              <a:t>Purpose: Power AI applications &amp; automation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	Conversational AI &amp; agents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	Multi-step reasoning and orchestration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	API &amp; system integrations (CRM, ERP, email, workflows)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	Secure, scalable application runtime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Role: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Turn intelligence into action.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pPr marL="0" indent="0">
              <a:buNone/>
            </a:pPr>
            <a:r>
              <a:rPr lang="en-US" altLang="en-US" sz="2000">
                <a:solidFill>
                  <a:schemeClr val="accent5">
                    <a:lumMod val="75000"/>
                  </a:schemeClr>
                </a:solidFill>
              </a:rPr>
              <a:t>Snowflake Cortex AI – Intelligence Layer</a:t>
            </a:r>
            <a:endParaRPr lang="en-US" altLang="en-US" sz="200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en-US" sz="2000"/>
              <a:t>Purpose: Understand enterprise data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	AI directly on governed Snowflake data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	SQL-based AI (summaries, classifications, predictions)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	Vector search &amp; document intelligence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•	Produces trusted insights, signals, and context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Role:</a:t>
            </a:r>
            <a:endParaRPr lang="en-US" altLang="en-US" sz="2000"/>
          </a:p>
          <a:p>
            <a:pPr marL="0" indent="0">
              <a:buNone/>
            </a:pPr>
            <a:r>
              <a:rPr lang="en-US" altLang="en-US" sz="2000"/>
              <a:t>Turn data into intelligence.</a:t>
            </a:r>
            <a:endParaRPr lang="en-US" altLang="en-US" sz="2000"/>
          </a:p>
          <a:p>
            <a:pPr marL="0" indent="0">
              <a:buNone/>
            </a:pPr>
            <a:endParaRPr lang="en-US" altLang="en-US" sz="2000"/>
          </a:p>
          <a:p>
            <a:endParaRPr lang="en-US" altLang="en-US" sz="20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63*226"/>
  <p:tag name="TABLE_ENDDRAG_RECT" val="46*53*763*226"/>
  <p:tag name="TABLE_AUTOADJUST_FLAG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2032</Words>
  <Application>WPS Presentation</Application>
  <PresentationFormat>Widescreen</PresentationFormat>
  <Paragraphs>142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Calibri</vt:lpstr>
      <vt:lpstr>Office Theme</vt:lpstr>
      <vt:lpstr>AWS Bedrock vs Snowflake Cortex AI</vt:lpstr>
      <vt:lpstr>PowerPoint 演示文稿</vt:lpstr>
      <vt:lpstr>PowerPoint 演示文稿</vt:lpstr>
      <vt:lpstr>PowerPoint 演示文稿</vt:lpstr>
      <vt:lpstr>Feature Comparison</vt:lpstr>
      <vt:lpstr>When to Choose AWS Bedrock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sande</dc:creator>
  <cp:lastModifiedBy>SANDEEP KUMAR ARE</cp:lastModifiedBy>
  <cp:revision>5</cp:revision>
  <dcterms:created xsi:type="dcterms:W3CDTF">2025-07-23T00:59:00Z</dcterms:created>
  <dcterms:modified xsi:type="dcterms:W3CDTF">2026-01-07T00:51:12Z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6D678DD36EE34370AE4F15C7996C98BF_11</vt:lpwstr>
  </property>
  <property fmtid="{D5CDD505-2E9C-101B-9397-08002B2CF9AE}" pid="3" name="KSOProductBuildVer">
    <vt:lpwstr>1033-12.2.0.23196</vt:lpwstr>
  </property>
</Properties>
</file>